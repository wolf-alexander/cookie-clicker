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ton Italics" charset="1" panose="00000500000000000000"/>
      <p:regular r:id="rId12"/>
    </p:embeddedFont>
    <p:embeddedFont>
      <p:font typeface="Open Sauce Light" charset="1" panose="00000400000000000000"/>
      <p:regular r:id="rId13"/>
    </p:embeddedFont>
    <p:embeddedFont>
      <p:font typeface="Anton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6793741" y="3623929"/>
            <a:ext cx="11494259" cy="2591938"/>
            <a:chOff x="0" y="0"/>
            <a:chExt cx="3027295" cy="682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27294" cy="682650"/>
            </a:xfrm>
            <a:custGeom>
              <a:avLst/>
              <a:gdLst/>
              <a:ahLst/>
              <a:cxnLst/>
              <a:rect r="r" b="b" t="t" l="l"/>
              <a:pathLst>
                <a:path h="682650" w="3027294">
                  <a:moveTo>
                    <a:pt x="0" y="0"/>
                  </a:moveTo>
                  <a:lnTo>
                    <a:pt x="3027294" y="0"/>
                  </a:lnTo>
                  <a:lnTo>
                    <a:pt x="3027294" y="682650"/>
                  </a:lnTo>
                  <a:lnTo>
                    <a:pt x="0" y="682650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027295" cy="711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10065" y="4025311"/>
            <a:ext cx="14025570" cy="231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33"/>
              </a:lnSpc>
            </a:pPr>
            <a:r>
              <a:rPr lang="en-US" sz="18035" i="true" spc="-721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SPEZI CLICKER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0065" y="6338359"/>
            <a:ext cx="11280660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VON ALEX, BEN, SEBASTIAN, KARI, JONATHAN, DAWID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083733"/>
            </a:xfrm>
            <a:custGeom>
              <a:avLst/>
              <a:gdLst/>
              <a:ahLst/>
              <a:cxnLst/>
              <a:rect r="r" b="b" t="t" l="l"/>
              <a:pathLst>
                <a:path h="1083733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24161" y="1117859"/>
            <a:ext cx="10173007" cy="168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7"/>
              </a:lnSpc>
            </a:pPr>
            <a:r>
              <a:rPr lang="en-US" sz="13155" i="true" spc="-5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UNSERE IDEE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2846" y="2254074"/>
            <a:ext cx="7555450" cy="7034124"/>
            <a:chOff x="0" y="0"/>
            <a:chExt cx="6350000" cy="5911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3"/>
              <a:stretch>
                <a:fillRect l="0" t="-3692" r="0" b="-369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534549" y="0"/>
            <a:ext cx="5685232" cy="5685232"/>
          </a:xfrm>
          <a:custGeom>
            <a:avLst/>
            <a:gdLst/>
            <a:ahLst/>
            <a:cxnLst/>
            <a:rect r="r" b="b" t="t" l="l"/>
            <a:pathLst>
              <a:path h="5685232" w="5685232">
                <a:moveTo>
                  <a:pt x="0" y="0"/>
                </a:moveTo>
                <a:lnTo>
                  <a:pt x="5685232" y="0"/>
                </a:lnTo>
                <a:lnTo>
                  <a:pt x="5685232" y="5685232"/>
                </a:lnTo>
                <a:lnTo>
                  <a:pt x="0" y="568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99506"/>
            <a:ext cx="8465283" cy="355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8"/>
              </a:lnSpc>
            </a:pPr>
            <a:r>
              <a:rPr lang="en-US" sz="4635" i="true" spc="-9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COOKIE CLICKER – ABER MIT PLOT TWIST: </a:t>
            </a:r>
          </a:p>
          <a:p>
            <a:pPr algn="l">
              <a:lnSpc>
                <a:spcPts val="9688"/>
              </a:lnSpc>
            </a:pPr>
            <a:r>
              <a:rPr lang="en-US" sz="4635" i="true" spc="-9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STATT COOKIES SAMMELST DU DIE LIEBLINGSGETRÄNKE VON STUDENTEN.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92012" y="396993"/>
            <a:ext cx="4974319" cy="1003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09"/>
              </a:lnSpc>
              <a:spcBef>
                <a:spcPct val="0"/>
              </a:spcBef>
            </a:pPr>
            <a:r>
              <a:rPr lang="en-US" sz="58721">
                <a:solidFill>
                  <a:srgbClr val="FF313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380870"/>
            <a:ext cx="657652" cy="4477040"/>
            <a:chOff x="0" y="0"/>
            <a:chExt cx="173209" cy="1179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3209" cy="1179138"/>
            </a:xfrm>
            <a:custGeom>
              <a:avLst/>
              <a:gdLst/>
              <a:ahLst/>
              <a:cxnLst/>
              <a:rect r="r" b="b" t="t" l="l"/>
              <a:pathLst>
                <a:path h="1179138" w="173209">
                  <a:moveTo>
                    <a:pt x="0" y="0"/>
                  </a:moveTo>
                  <a:lnTo>
                    <a:pt x="173209" y="0"/>
                  </a:lnTo>
                  <a:lnTo>
                    <a:pt x="173209" y="1179138"/>
                  </a:lnTo>
                  <a:lnTo>
                    <a:pt x="0" y="1179138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73209" cy="120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5158" y="888220"/>
            <a:ext cx="7821966" cy="5462339"/>
          </a:xfrm>
          <a:custGeom>
            <a:avLst/>
            <a:gdLst/>
            <a:ahLst/>
            <a:cxnLst/>
            <a:rect r="r" b="b" t="t" l="l"/>
            <a:pathLst>
              <a:path h="5462339" w="7821966">
                <a:moveTo>
                  <a:pt x="0" y="0"/>
                </a:moveTo>
                <a:lnTo>
                  <a:pt x="7821965" y="0"/>
                </a:lnTo>
                <a:lnTo>
                  <a:pt x="7821965" y="5462340"/>
                </a:lnTo>
                <a:lnTo>
                  <a:pt x="0" y="5462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67123" y="1498443"/>
            <a:ext cx="9720877" cy="304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5"/>
              </a:lnSpc>
            </a:pPr>
            <a:r>
              <a:rPr lang="en-US" sz="12311" i="true" spc="-492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UNSERE AUFGABENTEILUNG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1667" y="8154055"/>
            <a:ext cx="34161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spc="-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Main Page &amp; Code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5374" y="6961439"/>
            <a:ext cx="546868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i="true" spc="-109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KARI &amp; SEBASTIAN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9134" y="6961439"/>
            <a:ext cx="290973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i="true" spc="-109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ALEX &amp;  BEN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85307" y="6961439"/>
            <a:ext cx="509777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i="true" spc="-109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JONATHAN &amp; DAWID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61539" y="8154055"/>
            <a:ext cx="3364921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spc="-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Store Page &amp; Code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8775" y="8154055"/>
            <a:ext cx="431083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spc="-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Grafik &amp; Audio Design &amp; Code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939335"/>
            <a:ext cx="3046036" cy="2212643"/>
            <a:chOff x="0" y="0"/>
            <a:chExt cx="802248" cy="5827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2248" cy="582754"/>
            </a:xfrm>
            <a:custGeom>
              <a:avLst/>
              <a:gdLst/>
              <a:ahLst/>
              <a:cxnLst/>
              <a:rect r="r" b="b" t="t" l="l"/>
              <a:pathLst>
                <a:path h="582754" w="802248">
                  <a:moveTo>
                    <a:pt x="0" y="0"/>
                  </a:moveTo>
                  <a:lnTo>
                    <a:pt x="802248" y="0"/>
                  </a:lnTo>
                  <a:lnTo>
                    <a:pt x="802248" y="582754"/>
                  </a:lnTo>
                  <a:lnTo>
                    <a:pt x="0" y="58275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02248" cy="611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658613"/>
            <a:ext cx="7311035" cy="6609176"/>
            <a:chOff x="0" y="0"/>
            <a:chExt cx="6350000" cy="574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3"/>
              <a:stretch>
                <a:fillRect l="0" t="-5308" r="0" b="-530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670593" y="871768"/>
            <a:ext cx="9144000" cy="241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2"/>
              </a:lnSpc>
            </a:pPr>
            <a:r>
              <a:rPr lang="en-US" sz="9738" i="true" spc="-38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WAS IST UNS GUT GELUNGEN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70593" y="3692781"/>
            <a:ext cx="3822334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sz="5535" spc="-1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ARBEITS AUFTEILUNG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5400" y="3714750"/>
            <a:ext cx="3822334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sz="5535" spc="-1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STAND-UP MEETING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80214" y="6264607"/>
            <a:ext cx="5690372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2"/>
              </a:lnSpc>
            </a:pPr>
            <a:r>
              <a:rPr lang="en-US" sz="5235" spc="-10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TO-DO PLANNUNG/WHITEBOARD PLANNUNG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625381"/>
            <a:ext cx="3046036" cy="5590464"/>
            <a:chOff x="0" y="0"/>
            <a:chExt cx="802248" cy="1472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2248" cy="1472386"/>
            </a:xfrm>
            <a:custGeom>
              <a:avLst/>
              <a:gdLst/>
              <a:ahLst/>
              <a:cxnLst/>
              <a:rect r="r" b="b" t="t" l="l"/>
              <a:pathLst>
                <a:path h="1472386" w="802248">
                  <a:moveTo>
                    <a:pt x="0" y="0"/>
                  </a:moveTo>
                  <a:lnTo>
                    <a:pt x="802248" y="0"/>
                  </a:lnTo>
                  <a:lnTo>
                    <a:pt x="802248" y="1472386"/>
                  </a:lnTo>
                  <a:lnTo>
                    <a:pt x="0" y="1472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02248" cy="1500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79067" y="468068"/>
            <a:ext cx="5652139" cy="7905090"/>
          </a:xfrm>
          <a:custGeom>
            <a:avLst/>
            <a:gdLst/>
            <a:ahLst/>
            <a:cxnLst/>
            <a:rect r="r" b="b" t="t" l="l"/>
            <a:pathLst>
              <a:path h="7905090" w="5652139">
                <a:moveTo>
                  <a:pt x="0" y="0"/>
                </a:moveTo>
                <a:lnTo>
                  <a:pt x="5652139" y="0"/>
                </a:lnTo>
                <a:lnTo>
                  <a:pt x="5652139" y="7905090"/>
                </a:lnTo>
                <a:lnTo>
                  <a:pt x="0" y="7905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6225" y="897358"/>
            <a:ext cx="9144000" cy="241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2"/>
              </a:lnSpc>
            </a:pPr>
            <a:r>
              <a:rPr lang="en-US" sz="9738" i="true" spc="-38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WAS IST UNS GUT NICHT GELUNGEN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86528" y="3487163"/>
            <a:ext cx="9733697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2"/>
              </a:lnSpc>
            </a:pPr>
            <a:r>
              <a:rPr lang="en-US" sz="6135" spc="-1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GLEICHZEITIGES ARBEIT AN MEHREREN PROJEKTEN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8934" y="6244295"/>
            <a:ext cx="5408887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sz="6435" spc="-1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ABHÄNGIGKEIT VON FEHLENDEN LEUTEN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4596" y="1743075"/>
            <a:ext cx="10398807" cy="743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1"/>
              </a:lnSpc>
            </a:pPr>
            <a:r>
              <a:rPr lang="en-US" sz="29917" spc="-1196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UNSER GAME: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DAG5Y1pT1lw</dc:identifier>
  <dcterms:modified xsi:type="dcterms:W3CDTF">2011-08-01T06:04:30Z</dcterms:modified>
  <cp:revision>1</cp:revision>
  <dc:title>Black and Teal Modern Web Developer Presentation</dc:title>
</cp:coreProperties>
</file>